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0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36DE72E-9A76-464B-98F7-2542EE1933BA}">
          <p14:sldIdLst>
            <p14:sldId id="256"/>
            <p14:sldId id="270"/>
            <p14:sldId id="257"/>
            <p14:sldId id="259"/>
            <p14:sldId id="260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>
      <p:cViewPr varScale="1">
        <p:scale>
          <a:sx n="82" d="100"/>
          <a:sy n="82" d="100"/>
        </p:scale>
        <p:origin x="-1406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E9F54-C523-4C68-8C7B-9655E196222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8BFD4-4165-41F0-B13B-8AB6F2933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76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BFD4-4165-41F0-B13B-8AB6F2933F5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358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BFD4-4165-41F0-B13B-8AB6F2933F5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90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51AFDEA-9265-4BC2-8579-171294E2126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448AFF1-A502-4A79-999F-FA0387D18C8A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2191680" y="836712"/>
            <a:ext cx="5760640" cy="864096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1124744"/>
            <a:ext cx="7488832" cy="792088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EDA MASTER PROJECT PRESENTATION.</a:t>
            </a:r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1667150" y="2708920"/>
            <a:ext cx="6768752" cy="2736304"/>
          </a:xfrm>
          <a:prstGeom prst="round2Same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50732" y="3050717"/>
            <a:ext cx="58015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Name:-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Healthcare Disease Analysis and Prediction System.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-------------------------------------------------------------------------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Dataset:-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disease prediction,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------------------------------------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Business Domain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Healthcare,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----------------------------------------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Total records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10000</a:t>
            </a:r>
          </a:p>
          <a:p>
            <a:endParaRPr lang="en-IN" dirty="0"/>
          </a:p>
        </p:txBody>
      </p:sp>
      <p:sp>
        <p:nvSpPr>
          <p:cNvPr id="8" name="Flowchart: Punched Tape 7"/>
          <p:cNvSpPr/>
          <p:nvPr/>
        </p:nvSpPr>
        <p:spPr>
          <a:xfrm>
            <a:off x="4267958" y="5733256"/>
            <a:ext cx="4176464" cy="864096"/>
          </a:xfrm>
          <a:prstGeom prst="flowChartPunchedTap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572000" y="5980638"/>
            <a:ext cx="307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Presented by :-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Suraj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Kapare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109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Objective : -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Analyze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patient demographic and health-related attributes.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Identify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patterns associated with disease prediction.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Clean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preprocess the healthcare dataset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Analyze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relationships between numerical and categorical variables.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Generate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meaningful insights for further analytics and ML modeling.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12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640" y="1196752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Overview of Top &amp; bottom  5 rows :-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61" y="1645596"/>
            <a:ext cx="5807009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2778798"/>
            <a:ext cx="5760640" cy="115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331640" y="4077072"/>
            <a:ext cx="215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Basic information :-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4570581"/>
            <a:ext cx="2304255" cy="211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04048" y="407707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224537" y="4077072"/>
            <a:ext cx="4523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Stastictical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summary of numeric columns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3928999" y="4149080"/>
            <a:ext cx="0" cy="26092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331640" y="4446404"/>
            <a:ext cx="76328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" t="4248" b="3394"/>
          <a:stretch/>
        </p:blipFill>
        <p:spPr bwMode="auto">
          <a:xfrm>
            <a:off x="4075652" y="4570581"/>
            <a:ext cx="4821696" cy="202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330018" y="370789"/>
            <a:ext cx="664797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Load dataset and take overview of the data and understand data.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485996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02026" y="362840"/>
            <a:ext cx="792493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null values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 dataset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treat them on the basis of column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type.</a:t>
            </a:r>
            <a:endParaRPr lang="en-IN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7581" y="1315995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Checking null values:-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1" y="1692412"/>
            <a:ext cx="1501775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327581" y="1912971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:-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2" y="2350587"/>
            <a:ext cx="1656185" cy="2205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357" y="2415918"/>
            <a:ext cx="2106213" cy="4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919357" y="1916832"/>
            <a:ext cx="233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Treating Null values:-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19357" y="2902158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Result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357" y="3356992"/>
            <a:ext cx="1800563" cy="246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Curved Connector 17"/>
          <p:cNvCxnSpPr>
            <a:stCxn id="24" idx="3"/>
          </p:cNvCxnSpPr>
          <p:nvPr/>
        </p:nvCxnSpPr>
        <p:spPr>
          <a:xfrm>
            <a:off x="3717979" y="2936822"/>
            <a:ext cx="2125469" cy="1654843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59632" y="6015972"/>
            <a:ext cx="705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filled the null values by mean , median , and mode for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every column with suitable values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59632" y="1281979"/>
            <a:ext cx="2458347" cy="330968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5850142" y="1912971"/>
            <a:ext cx="2469067" cy="396696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0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27582" y="362840"/>
            <a:ext cx="612473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Quality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checking of the data by creating new table:-</a:t>
            </a:r>
            <a:endParaRPr lang="en-IN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2" y="1566325"/>
            <a:ext cx="3443372" cy="100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27582" y="980728"/>
            <a:ext cx="6605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Python code to create new table of data quality using dictionary:-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7582" y="2708920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Result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288" y="3078252"/>
            <a:ext cx="3076376" cy="2617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327581" y="5879013"/>
            <a:ext cx="6872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observation we can see the data type missing value count ,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persentage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missing value and unique values of the all columns.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6056" y="1844824"/>
            <a:ext cx="3972610" cy="254203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5004048" y="1862020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Checking and Treating duplicate values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5076056" y="2267744"/>
            <a:ext cx="39726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64" y="2746464"/>
            <a:ext cx="224790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148064" y="3621579"/>
            <a:ext cx="3495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this dataset there is no duplicate values are present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93095" y="2339588"/>
            <a:ext cx="349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Python Code:-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5083764" y="3573016"/>
            <a:ext cx="39649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56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7582" y="395372"/>
            <a:ext cx="612473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Seperate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the numerical and categorical columns.</a:t>
            </a:r>
            <a:endParaRPr lang="en-IN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7582" y="98072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Python code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3" y="1412776"/>
            <a:ext cx="2452329" cy="742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27581" y="2276872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Result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3" y="3249272"/>
            <a:ext cx="3748473" cy="241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286977"/>
            <a:ext cx="3816424" cy="233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327581" y="3286977"/>
            <a:ext cx="7708915" cy="23776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/>
          <p:cNvCxnSpPr>
            <a:stCxn id="7" idx="0"/>
            <a:endCxn id="7" idx="2"/>
          </p:cNvCxnSpPr>
          <p:nvPr/>
        </p:nvCxnSpPr>
        <p:spPr>
          <a:xfrm>
            <a:off x="5182039" y="3286977"/>
            <a:ext cx="0" cy="2377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27583" y="2782063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Numerical columns :-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28592" y="2782063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Categorical columns :-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525621" y="2733124"/>
            <a:ext cx="432048" cy="467209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7596336" y="2733123"/>
            <a:ext cx="432048" cy="467209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1327581" y="5877272"/>
            <a:ext cx="7301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the separate the both numerical and categorical columns.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we can analysis the numerical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categorical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feachers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easily.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185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7582" y="362840"/>
            <a:ext cx="612473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Checking the outliers in numerical columns.</a:t>
            </a:r>
            <a:endParaRPr lang="en-IN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7582" y="98072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Python code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7584" y="3388349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Result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4538" y="5805264"/>
            <a:ext cx="8046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 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check the outliers using boxplot and we get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outlieers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6 columns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caping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methode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we treated the outliers.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4" y="1428883"/>
            <a:ext cx="2020280" cy="623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079" y="980728"/>
            <a:ext cx="4002694" cy="1790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59668" y="2708920"/>
            <a:ext cx="348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Outluers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detected in 6 columns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731" y="3573015"/>
            <a:ext cx="3655873" cy="1920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1268138" y="836712"/>
            <a:ext cx="7420883" cy="236697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1272601" y="3203683"/>
            <a:ext cx="7420883" cy="236697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11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7582" y="362840"/>
            <a:ext cx="612473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Checking the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skewness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of all numeric columns.</a:t>
            </a:r>
            <a:endParaRPr lang="en-IN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7582" y="98072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Python code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7584" y="3388349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Result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0514" y="5373216"/>
            <a:ext cx="80137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 :-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dataset we can see the all numerical columns have 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Approximately symmetric ,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Perfectly symmetric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means our numeric columns are balanced.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861177"/>
            <a:ext cx="4567190" cy="30653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1" y="1632856"/>
            <a:ext cx="2452331" cy="412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/>
          <p:cNvSpPr/>
          <p:nvPr/>
        </p:nvSpPr>
        <p:spPr>
          <a:xfrm>
            <a:off x="2553746" y="3393831"/>
            <a:ext cx="1010142" cy="467217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2691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0020"/>
            <a:ext cx="7498080" cy="778416"/>
          </a:xfrm>
        </p:spPr>
        <p:txBody>
          <a:bodyPr>
            <a:normAutofit/>
          </a:bodyPr>
          <a:lstStyle/>
          <a:p>
            <a:r>
              <a:rPr lang="en-IN" sz="4000" b="1" dirty="0" err="1">
                <a:latin typeface="Times New Roman" pitchFamily="18" charset="0"/>
                <a:cs typeface="Times New Roman" pitchFamily="18" charset="0"/>
              </a:rPr>
              <a:t>Univariate</a:t>
            </a:r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 Analysis:-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9632" y="1196752"/>
            <a:ext cx="3816424" cy="4104456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Disease Prediction distribution:-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5004048" y="1196752"/>
            <a:ext cx="3657600" cy="4663440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Age distribution analysis:-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92896"/>
            <a:ext cx="3390472" cy="2593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68962"/>
            <a:ext cx="1833817" cy="643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7" y="1668962"/>
            <a:ext cx="1656183" cy="612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861" y="2492896"/>
            <a:ext cx="3153571" cy="2593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3608" y="5157192"/>
            <a:ext cx="81035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Insights:-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these dataset we can see the both disease-positive and disease-negative patients,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but the negative class represent the larger proportion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observation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distributed across a different age range, we can see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largest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occurance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around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central age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19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0020"/>
            <a:ext cx="7498080" cy="778416"/>
          </a:xfrm>
        </p:spPr>
        <p:txBody>
          <a:bodyPr>
            <a:normAutofit/>
          </a:bodyPr>
          <a:lstStyle/>
          <a:p>
            <a:r>
              <a:rPr lang="en-IN" sz="4000" b="1" dirty="0" err="1">
                <a:latin typeface="Times New Roman" pitchFamily="18" charset="0"/>
                <a:cs typeface="Times New Roman" pitchFamily="18" charset="0"/>
              </a:rPr>
              <a:t>Univariate</a:t>
            </a:r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 Analysis:-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9632" y="1196752"/>
            <a:ext cx="3816424" cy="4104456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BMI  Distribution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5004048" y="1196752"/>
            <a:ext cx="3657600" cy="4663440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Glucose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Level Distribution:-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099" y="5157192"/>
            <a:ext cx="71865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:-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patient have body mass index in between 20 to 30, BMI values are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concentrated  within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central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range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Most observations are concentrated within the central glucose range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42" y="1668962"/>
            <a:ext cx="1656183" cy="625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42" y="2492896"/>
            <a:ext cx="297951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668962"/>
            <a:ext cx="2088232" cy="499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492896"/>
            <a:ext cx="2952328" cy="2298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967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0020"/>
            <a:ext cx="7498080" cy="778416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effectLst/>
                <a:latin typeface="Times New Roman" pitchFamily="18" charset="0"/>
                <a:cs typeface="Times New Roman" pitchFamily="18" charset="0"/>
              </a:rPr>
              <a:t>Bivariate Analysis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9632" y="1196752"/>
            <a:ext cx="3816424" cy="4104456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Age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Disease Prediction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4788024" y="1196752"/>
            <a:ext cx="5184576" cy="4663440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Blood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Pressure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Disease Prediction:-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099" y="5157192"/>
            <a:ext cx="79179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Insights:-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disease-positive group shows a different age distribution compared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disease-negative group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“Yes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 have a slightly higher median blood pressure than those with “No,”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42" y="1716623"/>
            <a:ext cx="1970337" cy="34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41" y="2486000"/>
            <a:ext cx="3017449" cy="234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716623"/>
            <a:ext cx="2664296" cy="373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486001"/>
            <a:ext cx="3096344" cy="2382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760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0020"/>
            <a:ext cx="7498080" cy="778416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effectLst/>
                <a:latin typeface="Times New Roman" pitchFamily="18" charset="0"/>
                <a:cs typeface="Times New Roman" pitchFamily="18" charset="0"/>
              </a:rPr>
              <a:t>Bivariate Analysis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188" y="1196752"/>
            <a:ext cx="5832648" cy="4104456"/>
          </a:xfrm>
        </p:spPr>
        <p:txBody>
          <a:bodyPr/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Disease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prediction by family </a:t>
            </a: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history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4631981" y="1196752"/>
            <a:ext cx="5184576" cy="4663440"/>
          </a:xfrm>
        </p:spPr>
        <p:txBody>
          <a:bodyPr/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Disease Prediction Across Age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Groups:-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099" y="5157192"/>
            <a:ext cx="81460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Insights:-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Patients with a reported family history show a different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disease-prediction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distribution compared with patients without a family history.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Disease-positive predictions vary across age groups, with the older age categories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showing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higher positive prediction rates than younger groups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" r="1"/>
          <a:stretch/>
        </p:blipFill>
        <p:spPr bwMode="auto">
          <a:xfrm>
            <a:off x="1682496" y="1969822"/>
            <a:ext cx="1974476" cy="51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56" y="2617632"/>
            <a:ext cx="2984213" cy="239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969821"/>
            <a:ext cx="2511086" cy="367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616814"/>
            <a:ext cx="2952328" cy="229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5139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0020"/>
            <a:ext cx="7498080" cy="778416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effectLst/>
                <a:latin typeface="Times New Roman" pitchFamily="18" charset="0"/>
                <a:cs typeface="Times New Roman" pitchFamily="18" charset="0"/>
              </a:rPr>
              <a:t>Multivariate Analysis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188" y="1196752"/>
            <a:ext cx="5832648" cy="4104456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IN" sz="1800" b="1" dirty="0" err="1" smtClean="0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 :-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4631981" y="1196752"/>
            <a:ext cx="5184576" cy="4663440"/>
          </a:xfrm>
        </p:spPr>
        <p:txBody>
          <a:bodyPr/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BMI + Glucose + Disease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Prediction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099" y="5045224"/>
            <a:ext cx="81371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Insights:-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show the how strong relationship between every numeric columns.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scatter plot shows how BMI and glucose jointly vary across prediction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groups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helps identify whether disease-positive observations tend to concentrate in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particular regions.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34830"/>
            <a:ext cx="1944216" cy="50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552630"/>
            <a:ext cx="2740273" cy="2359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71" y="1834830"/>
            <a:ext cx="3240360" cy="34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71" y="2419680"/>
            <a:ext cx="3221734" cy="2492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0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0036" y="1331476"/>
            <a:ext cx="1046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Before :-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616" y="3586114"/>
            <a:ext cx="975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After :-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4077072"/>
            <a:ext cx="7992889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66122"/>
            <a:ext cx="8041974" cy="175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1043608" y="3586114"/>
            <a:ext cx="81003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43608" y="1753730"/>
            <a:ext cx="81003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61863" y="5589240"/>
            <a:ext cx="81003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61863" y="3974156"/>
            <a:ext cx="81003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9632" y="548680"/>
            <a:ext cx="589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Checking the dataset before and after the EDA analysis :-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7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422</TotalTime>
  <Words>631</Words>
  <Application>Microsoft Office PowerPoint</Application>
  <PresentationFormat>On-screen Show (4:3)</PresentationFormat>
  <Paragraphs>99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Solstice</vt:lpstr>
      <vt:lpstr>PowerPoint Presentation</vt:lpstr>
      <vt:lpstr>Project Objective :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Univariate Analysis:-</vt:lpstr>
      <vt:lpstr>Univariate Analysis:-</vt:lpstr>
      <vt:lpstr>Bivariate Analysis:-</vt:lpstr>
      <vt:lpstr>Bivariate Analysis:-</vt:lpstr>
      <vt:lpstr>Multivariate Analysis:-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Suraj</dc:creator>
  <cp:lastModifiedBy>Suraj</cp:lastModifiedBy>
  <cp:revision>42</cp:revision>
  <dcterms:created xsi:type="dcterms:W3CDTF">2026-09-03T18:10:35Z</dcterms:created>
  <dcterms:modified xsi:type="dcterms:W3CDTF">2026-10-03T09:11:25Z</dcterms:modified>
</cp:coreProperties>
</file>